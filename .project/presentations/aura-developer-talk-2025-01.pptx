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2" d="100"/>
          <a:sy n="142" d="100"/>
        </p:scale>
        <p:origin x="116" y="3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638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110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914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776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999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296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973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10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036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291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2772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6334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3657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3687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75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629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977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8144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78D4"/>
                </a:solidFill>
              </a:defRPr>
            </a:pPr>
            <a:r>
              <a:t>Aura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t>A Local-First AI Foundation for Developer Workflows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78D4"/>
                </a:solidFill>
              </a:defRPr>
            </a:pPr>
            <a: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t>What is Aura?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8D4"/>
                </a:solidFill>
              </a:defRPr>
            </a:pPr>
            <a:r>
              <a:t>The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rPr dirty="0"/>
              <a:t>• What if you could have 5 AI agents working on your codebase simultaneously?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rPr dirty="0"/>
              <a:t>• Each in its own git branch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rPr dirty="0"/>
              <a:t>• While you continue coding on main?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rPr dirty="0"/>
              <a:t>• That's Aura.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8D4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rPr dirty="0"/>
              <a:t>• Context Switching — Every AI interaction breaks your flow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rPr dirty="0"/>
              <a:t>• The Copilot Ceiling — Single-turn completions can't handle multi-step tasks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rPr dirty="0"/>
              <a:t>• Privacy vs Quality — Local models are safe but weak, cloud is powerful but risky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rPr dirty="0"/>
              <a:t>• "AI is fast at writing wrong code"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8D4"/>
                </a:solidFill>
              </a:defRPr>
            </a:pPr>
            <a:r>
              <a:t>The Solution: Aura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rPr dirty="0"/>
              <a:t>• Index locally, generate with the best model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rPr dirty="0"/>
              <a:t>• Your code stays on your machine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rPr dirty="0"/>
              <a:t>• Only queries go to cloud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rPr dirty="0"/>
              <a:t>• Swap providers with config change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rPr dirty="0"/>
              <a:t>• Architecture: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rPr dirty="0"/>
              <a:t>•   Foundation: Agents, LLM abstraction, RAG, Tools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rPr dirty="0"/>
              <a:t>•   Modules: Developer (now), Research (future), Personal (future)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8D4"/>
                </a:solidFill>
              </a:defRPr>
            </a:pPr>
            <a:r>
              <a:t>Demo: RAG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rPr dirty="0"/>
              <a:t>• 2,691 semantic chunks indexed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rPr dirty="0"/>
              <a:t>• 30+ languages via </a:t>
            </a:r>
            <a:r>
              <a:rPr dirty="0" err="1"/>
              <a:t>TreeSitter</a:t>
            </a:r>
            <a:endParaRPr dirty="0"/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rPr dirty="0"/>
              <a:t>• Query: "workflow execution"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endParaRPr dirty="0"/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rPr dirty="0"/>
              <a:t>• Show: VS Code Aura sidebar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8C8C8"/>
                </a:solidFill>
                <a:latin typeface="Consolas"/>
              </a:defRPr>
            </a:pPr>
            <a:r>
              <a:t>curl http://localhost:5300/api/rag/search?query=workflow+execution</a:t>
            </a:r>
            <a:br/>
            <a:br/>
            <a:r>
              <a:t># Returns semantic matches from:</a:t>
            </a:r>
            <a:br/>
            <a:r>
              <a:t># - Python functions</a:t>
            </a:r>
            <a:br/>
            <a:r>
              <a:t># - TypeScript interfaces  </a:t>
            </a:r>
            <a:br/>
            <a:r>
              <a:t># - Rust structs</a:t>
            </a:r>
            <a:br/>
            <a:r>
              <a:t># - C# classes</a:t>
            </a:r>
            <a:br/>
            <a:r>
              <a:t># - And 26 more languages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8D4"/>
                </a:solidFill>
              </a:defRPr>
            </a:pPr>
            <a:r>
              <a:t>Demo: Concurrent Workflows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Each workflow gets isolated git worktree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No merge conflicts between workflows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UI shows real-time progress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Create → Plan → Execute →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8C8C8"/>
                </a:solidFill>
                <a:latin typeface="Consolas"/>
              </a:defRPr>
            </a:pPr>
            <a:r>
              <a:t>POST /api/developer/workflows</a:t>
            </a:r>
            <a:br/>
            <a:r>
              <a:t>{</a:t>
            </a:r>
            <a:br/>
            <a:r>
              <a:t>  "repositoryPath": "C:/work/aura",</a:t>
            </a:r>
            <a:br/>
            <a:r>
              <a:t>  "issue": {</a:t>
            </a:r>
            <a:br/>
            <a:r>
              <a:t>    "title": "Add health check",</a:t>
            </a:r>
            <a:br/>
            <a:r>
              <a:t>    "body": "Add /health endpoint"</a:t>
            </a:r>
            <a:br/>
            <a:r>
              <a:t>  }</a:t>
            </a:r>
            <a:br/>
            <a:r>
              <a:t>}</a:t>
            </a:r>
            <a:br/>
            <a:br/>
            <a:r>
              <a:t># Creates:</a:t>
            </a:r>
            <a:br/>
            <a:r>
              <a:t># - Workflow record</a:t>
            </a:r>
            <a:br/>
            <a:r>
              <a:t># - Git worktree</a:t>
            </a:r>
            <a:br/>
            <a:r>
              <a:t># - Execution plan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78D4"/>
                </a:solidFill>
              </a:defRPr>
            </a:pPr>
            <a: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t>How We Built Aura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8D4"/>
                </a:solidFill>
              </a:defRPr>
            </a:pPr>
            <a:r>
              <a:t>The Meta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We're building an AI system... using AI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How do you avoid infinite recursion?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The trap: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  AI writes code fast →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  Wrong code accumulates →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  Rewrite everything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8D4"/>
                </a:solidFill>
              </a:defRPr>
            </a:pPr>
            <a:r>
              <a:t>What Didn't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"Just let AI code"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  → Got 38,000 lines of inconsistent code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"Review everything"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  → Couldn't keep up with AI output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Both approaches led to rewrites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8D4"/>
                </a:solidFill>
              </a:defRPr>
            </a:pPr>
            <a:r>
              <a:t>What Worked: Spec-Driven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1. Human writes spec (requirements, constraints)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2. AI reads spec, proposes implementation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3. Human approves or adjusts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4. AI implements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5. Human verifies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AI doesn't decide architecture — only implementation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8D4"/>
                </a:solidFill>
              </a:defRPr>
            </a:pPr>
            <a:r>
              <a:t>Extensibility Through Conversation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"A lot of the flexibility came from conversation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between the human and the Agent"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5 examples of human-AI negotiation →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8D4"/>
                </a:solidFill>
              </a:defRPr>
            </a:pPr>
            <a:r>
              <a:t>1. Hot-Reload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Human: "I want to edit agents without restarting"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AI: "Markdown files with FileSystemWatcher"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Result: Drop a .md file → agent is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8C8C8"/>
                </a:solidFill>
                <a:latin typeface="Consolas"/>
              </a:defRPr>
            </a:pPr>
            <a:r>
              <a:t># agents/coding-agent.md</a:t>
            </a:r>
            <a:br/>
            <a:br/>
            <a:r>
              <a:t># Coding Agent</a:t>
            </a:r>
            <a:br/>
            <a:br/>
            <a:r>
              <a:t>## Metadata</a:t>
            </a:r>
            <a:br/>
            <a:r>
              <a:t>- **Priority**: 70</a:t>
            </a:r>
            <a:br/>
            <a:br/>
            <a:r>
              <a:t>## Capabilities</a:t>
            </a:r>
            <a:br/>
            <a:r>
              <a:t>- coding</a:t>
            </a:r>
            <a:br/>
            <a:r>
              <a:t>- testing</a:t>
            </a:r>
            <a:br/>
            <a:br/>
            <a:r>
              <a:t>## System Prompt</a:t>
            </a:r>
            <a:br/>
            <a:r>
              <a:t>You are an expert developer...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8D4"/>
                </a:solidFill>
              </a:defRPr>
            </a:pPr>
            <a:r>
              <a:t>2. Pluggable LLM Providers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Human: "Switch between Ollama and OpenAI easily"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AI: "ILlmProviderRegistry that resolves by config"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Result: One config change swaps providers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8C8C8"/>
                </a:solidFill>
                <a:latin typeface="Consolas"/>
              </a:defRPr>
            </a:pPr>
            <a:r>
              <a:t>"Llm": {</a:t>
            </a:r>
            <a:br/>
            <a:r>
              <a:t>  "DefaultProvider": "AzureOpenAI",</a:t>
            </a:r>
            <a:br/>
            <a:r>
              <a:t>  "Providers": {</a:t>
            </a:r>
            <a:br/>
            <a:r>
              <a:t>    "Ollama": { </a:t>
            </a:r>
            <a:br/>
            <a:r>
              <a:t>      "DefaultModel": "qwen2.5-coder:7b" </a:t>
            </a:r>
            <a:br/>
            <a:r>
              <a:t>    },</a:t>
            </a:r>
            <a:br/>
            <a:r>
              <a:t>    "OpenAI": { </a:t>
            </a:r>
            <a:br/>
            <a:r>
              <a:t>      "DefaultModel": "gpt-4o" </a:t>
            </a:r>
            <a:br/>
            <a:r>
              <a:t>    },</a:t>
            </a:r>
            <a:br/>
            <a:r>
              <a:t>    "AzureOpenAI": { </a:t>
            </a:r>
            <a:br/>
            <a:r>
              <a:t>      "DefaultDeployment": "gpt-4o" </a:t>
            </a:r>
            <a:br/>
            <a:r>
              <a:t>    }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8D4"/>
                </a:solidFill>
              </a:defRPr>
            </a:pPr>
            <a:r>
              <a:t>3. Externalized Prompts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Human: "Prompts in code = hard to iterate"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AI: "Handlebars templates? Hot-reload?"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Human: "Yes, with front-matter for metadata"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Result: Edit prompt → see change immediately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8C8C8"/>
                </a:solidFill>
                <a:latin typeface="Consolas"/>
              </a:defRPr>
            </a:pPr>
            <a:r>
              <a:t># prompts/workflow-plan.prompt</a:t>
            </a:r>
            <a:br/>
            <a:r>
              <a:t>---</a:t>
            </a:r>
            <a:br/>
            <a:r>
              <a:t>description: Creates execution plan</a:t>
            </a:r>
            <a:br/>
            <a:r>
              <a:t>---</a:t>
            </a:r>
            <a:br/>
            <a:r>
              <a:t>Create a plan for this task.</a:t>
            </a:r>
            <a:br/>
            <a:br/>
            <a:r>
              <a:t>## Issue Title</a:t>
            </a:r>
            <a:br/>
            <a:r>
              <a:t>{{title}}</a:t>
            </a:r>
            <a:br/>
            <a:br/>
            <a:r>
              <a:t>## Issue Description  </a:t>
            </a:r>
            <a:br/>
            <a:r>
              <a:t>{{description}}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8D4"/>
                </a:solidFill>
              </a:defRPr>
            </a:pPr>
            <a:r>
              <a:t>4. Module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Human: "Developer now, Research later, Personal eventually"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AI: "IAuraModule interface — each registers its own services"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Human: "But no cross-module dependencies!"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Result: Plug-in verticals with clean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8C8C8"/>
                </a:solidFill>
                <a:latin typeface="Consolas"/>
              </a:defRPr>
            </a:pPr>
            <a:r>
              <a:t>public class DeveloperModule : IAuraModule</a:t>
            </a:r>
            <a:br/>
            <a:r>
              <a:t>{</a:t>
            </a:r>
            <a:br/>
            <a:r>
              <a:t>    public string ModuleId =&gt; "developer";</a:t>
            </a:r>
            <a:br/>
            <a:r>
              <a:t>    public string Name =&gt; "Developer Workflow";</a:t>
            </a:r>
            <a:br/>
            <a:r>
              <a:t>    </a:t>
            </a:r>
            <a:br/>
            <a:r>
              <a:t>    // Only depends on Foundation</a:t>
            </a:r>
            <a:br/>
            <a:r>
              <a:t>    public IReadOnlyList&lt;string&gt; Dependencies =&gt; [];</a:t>
            </a:r>
            <a:br/>
            <a:r>
              <a:t>    </a:t>
            </a:r>
            <a:br/>
            <a:r>
              <a:t>    public void ConfigureServices(...)</a:t>
            </a:r>
            <a:br/>
            <a:r>
              <a:t>    {</a:t>
            </a:r>
            <a:br/>
            <a:r>
              <a:t>        services.AddScoped&lt;IWorkflowService&gt;();</a:t>
            </a:r>
            <a:br/>
            <a:r>
              <a:t>        // ...</a:t>
            </a:r>
            <a:br/>
            <a:r>
              <a:t>  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8D4"/>
                </a:solidFill>
              </a:defRPr>
            </a:pPr>
            <a:r>
              <a:t>5. TreeSitter Multi-Language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Human: "Need Python, TypeScript, Rust... not just C#"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AI: "TreeSitter has bindings for 30+ languages"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Human: "Make one agent that handles all of them"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Result: One ingestor, 30+ languages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8C8C8"/>
                </a:solidFill>
                <a:latin typeface="Consolas"/>
              </a:defRPr>
            </a:pPr>
            <a:r>
              <a:t>private static readonly Dictionary&lt;string, LanguageConfig&gt; </a:t>
            </a:r>
            <a:br/>
            <a:r>
              <a:t>    SupportedLanguages = new()</a:t>
            </a:r>
            <a:br/>
            <a:r>
              <a:t>{</a:t>
            </a:r>
            <a:br/>
            <a:r>
              <a:t>    ["py"] = new("python", </a:t>
            </a:r>
            <a:br/>
            <a:r>
              <a:t>        ["function_definition", "class_definition"]),</a:t>
            </a:r>
            <a:br/>
            <a:r>
              <a:t>    ["ts"] = new("typescript", </a:t>
            </a:r>
            <a:br/>
            <a:r>
              <a:t>        ["function_declaration", "interface_declaration"]),</a:t>
            </a:r>
            <a:br/>
            <a:r>
              <a:t>    ["rs"] = new("rust", </a:t>
            </a:r>
            <a:br/>
            <a:r>
              <a:t>        ["function_item", "struct_item"]),</a:t>
            </a:r>
            <a:br/>
            <a:r>
              <a:t>    ["go"] = new("go", </a:t>
            </a:r>
            <a:br/>
            <a:r>
              <a:t>        ["function_declaration"]),</a:t>
            </a:r>
            <a:br/>
            <a:r>
              <a:t>    // ... 26 more</a:t>
            </a:r>
            <a:br/>
            <a:r>
              <a:t>};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8D4"/>
                </a:solidFill>
              </a:defRPr>
            </a:pPr>
            <a:r>
              <a:t>The Graveyard of Ambition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7729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54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54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54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54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Codename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Projects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/>
                      </a:pPr>
                      <a:r>
                        <a:t>What Happened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bird-constellation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~12k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Document indexing. Windows-only.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birdlet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~18k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RAG platform. 779-line Program.cs!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hve-hack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~38k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Full orchestration. Too complex.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Aura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~8k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Local-first foundation. 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8D4"/>
                </a:solidFill>
              </a:defRPr>
            </a:pPr>
            <a:r>
              <a:t>The November 25, 2025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"We've built this three times."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"Each time bigger, more complex."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"What if we kept the patterns and deleted the code?"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Philosophy shift: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  FROM: "How do we orchestrate everything?"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  TO: "How do we make each piece excellent?"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8D4"/>
                </a:solidFill>
              </a:defRPr>
            </a:pPr>
            <a:r>
              <a:t>What I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AI is a power tool, not autopilot — You still steer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Specs are the leverage point — Control input, not output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Extensibility emerges from dialogue — Talk to your AI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Local-first is about data, not models — Index locally, generate anywhere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8D4"/>
                </a:solidFill>
              </a:defRPr>
            </a:pPr>
            <a:r>
              <a:t>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Research module — Document exploration, paper analysis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Personal module — Notes, calendar integration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Self-improvement — Agents that improve agents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All building on the same Foundation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78D4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t>github.com/johnazariah/aura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95</TotalTime>
  <Words>1287</Words>
  <Application>Microsoft Office PowerPoint</Application>
  <PresentationFormat>Widescreen</PresentationFormat>
  <Paragraphs>151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Century Gothic</vt:lpstr>
      <vt:lpstr>Mesh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John Azariah</cp:lastModifiedBy>
  <cp:revision>5</cp:revision>
  <dcterms:created xsi:type="dcterms:W3CDTF">2013-01-27T09:14:16Z</dcterms:created>
  <dcterms:modified xsi:type="dcterms:W3CDTF">2025-12-11T18:51:12Z</dcterms:modified>
  <cp:category/>
</cp:coreProperties>
</file>